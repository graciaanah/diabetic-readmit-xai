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DECK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Appendix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for technical questions from the stakeholder presentation — model specification, full metrics, fairness methodology, and mitigation attempts.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— MODEL DETAIL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&amp; Hyperparameters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0292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Hyperparameters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C=0.01, class_weight=None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search, 5-fold CV, scored on ROC-AUC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max_depth=10, n_estimators=400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search, 5-fold CV, scored on ROC-AUC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(selected)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max_depth=4, n_estimators=200, learning_rate=0.05, scale_pos_weight=1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ROC-AUC (0.596) and recall@20% (31.2%) of the three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algorithms, and every grid point evaluated, are logged in MLflow (experiment: diabetic_readmission_risk) with full parameter and metric history.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— MODEL DETAIL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Performance Metrics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241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188720"/>
                <a:gridCol w="1005840"/>
                <a:gridCol w="914400"/>
                <a:gridCol w="1188720"/>
                <a:gridCol w="128016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Lift@20%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(selected)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0.5-threshold recall looks so low: with a ~20% positive rate, all three models rarely cross 0.5 predicted probability. recall@20% (a ranking-based metric matching the deployed shortlist) is the metric that actually reflects how the tool is used.</a:t>
            </a:r>
            <a:endParaRPr lang="en-US" sz="1200" dirty="0"/>
          </a:p>
        </p:txBody>
      </p:sp>
      <p:pic>
        <p:nvPicPr>
          <p:cNvPr id="6" name="Image 0" descr="/home/claude/work/capstone-diabetic-readmission/reports/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744" y="3977640"/>
            <a:ext cx="2560320" cy="23633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— EXPLAINABILITY DETAIL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Global Feature Importance</a:t>
            </a:r>
            <a:endParaRPr lang="en-US" sz="2600" dirty="0"/>
          </a:p>
        </p:txBody>
      </p:sp>
      <p:pic>
        <p:nvPicPr>
          <p:cNvPr id="4" name="Image 0" descr="/home/claude/work/capstone-diabetic-readmission/reports/shap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8728" y="1645920"/>
            <a:ext cx="5120640" cy="40763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— FAIRNESS DETAIL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Metrics &amp; Methodology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2412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2194560"/>
                <a:gridCol w="25603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Parity Diff.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Equalized Odds Diff.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Min. Disparate Impact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(&lt;0.8)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29260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note: audited on the deployed decision rule (top-20% risk-ranked shortlist), not a raw 0.5 probability threshold — the latter is close to vacuous here since most subgroups show a selection rate of exactly zero at 0.5, an artifact of class imbalance rather than a meaningful fairness signal. k=5 anonymity suppression applied to all subgroup breakdowns per the Data Privacy Plan.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— FAIRNESS DETAIL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Mitigation: What Was Tried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 Tested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demographic_parity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difference: 0.32 → 0.02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recall collapsed: 32.3% → 5.1% — 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equalized_odds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 &amp; EO differences both →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Collapsed to trivial all-negative solution (0% selection for every group) — 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0175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failures are instructive, not just negative results: equalized_odds collapsing to the trivial solution happened because per-group calibration samples were small (Asian n=8, Unknown n=18 in the calibration split), making the degenerate zero-selection point the easiest feasible solution. Recommended next step: coarser race grouping, or an in-processing technique (Fairlearn ExponentiatedGradient) rather than post-hoc threshold adjustment.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— DATA DETAIL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Pipeline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691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130-US Hospitals (Strack et al., 2014); 130 U.S. hospitals, 1999–2008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286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101,766 inpatient encounters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 &amp; cohort filter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880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17,983 encounters (2+ prior-year inpatient/ED visits, deceased/hospice excluded)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474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engineered features (one-hot encoded, scaled); protected attributes excluded from modeling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4069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80/20, patient-grouped, stratified; zero patient overlap verified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663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Great Expectations checks passed; 13/13 unit tests passed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— ACCESS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Dashboard, Repository &amp; 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1B2A2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828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diabetic-readmit-xai-jlfoaphnrgsetvppdwxhsf.streamlit.app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1B2A2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6974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github.com/Graciaanah/diabetic-readmit-xai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1B2A2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Notebook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5661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notebooks/shap_analysis.ipynb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1B2A2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434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44348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docs/model-card.md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1B2A2E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5303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demo script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5303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api/api_demo.py (run against uvicorn api.main:app)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2026-09-02T21:12:05Z</dcterms:created>
  <dcterms:modified xsi:type="dcterms:W3CDTF">2026-09-02T21:12:05Z</dcterms:modified>
</cp:coreProperties>
</file>