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Effectiveness</c:v>
                </c:pt>
              </c:strCache>
            </c:strRef>
          </c:tx>
          <c:spPr>
            <a:solidFill>
              <a:srgbClr val="5B7379"/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3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Random selection</c:v>
                  </c:pt>
                  <c:pt idx="1">
                    <c:v>This model's shortlist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1.56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C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37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7379"/>
                    </a:solidFill>
                    <a:latin typeface="Arial"/>
                  </a:rPr>
                  <a:t>Effectiveness (times better than random)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3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caught</c:v>
                </c:pt>
              </c:strCache>
            </c:strRef>
          </c:tx>
          <c:spPr>
            <a:solidFill>
              <a:srgbClr val="5B737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3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622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Original Target</c:v>
                  </c:pt>
                  <c:pt idx="1">
                    <c:v>Actual Result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31.2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C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737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7379"/>
                    </a:solidFill>
                    <a:latin typeface="Arial"/>
                  </a:rPr>
                  <a:t>% of true readmissions caught in the follow-up shortlist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3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influence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Recent ER visits</c:v>
                  </c:pt>
                  <c:pt idx="1">
                    <c:v>Number of medications</c:v>
                  </c:pt>
                  <c:pt idx="2">
                    <c:v>Length of current stay</c:v>
                  </c:pt>
                  <c:pt idx="3">
                    <c:v>Discharge destination</c:v>
                  </c:pt>
                  <c:pt idx="4">
                    <c:v>Number of recent
hospital stays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0.029</c:v>
                </c:pt>
                <c:pt idx="1">
                  <c:v>0.031</c:v>
                </c:pt>
                <c:pt idx="2">
                  <c:v>0.048</c:v>
                </c:pt>
                <c:pt idx="3">
                  <c:v>0.054</c:v>
                </c:pt>
                <c:pt idx="4">
                  <c:v>0.26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selected for follow-up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Caucasian</c:v>
                  </c:pt>
                  <c:pt idx="1">
                    <c:v>African-American</c:v>
                  </c:pt>
                  <c:pt idx="2">
                    <c:v>Hispanic</c:v>
                  </c:pt>
                  <c:pt idx="3">
                    <c:v>Younger (20-30)</c:v>
                  </c:pt>
                  <c:pt idx="4">
                    <c:v>Older (80-90)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18.4</c:v>
                </c:pt>
                <c:pt idx="1">
                  <c:v>24.6</c:v>
                </c:pt>
                <c:pt idx="2">
                  <c:v>25</c:v>
                </c:pt>
                <c:pt idx="3">
                  <c:v>38.8</c:v>
                </c:pt>
                <c:pt idx="4">
                  <c:v>14.3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0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3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STAKEHOLDER COMMUNICATION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Diabetic Readmission Risk Tool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for Discharge Planning Decision-Making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translate the Module 4 model's results, explainability, and fairness findings into a clear, honest picture for non-technical hospital stakeholders — what it does, what it doesn't, and what was found along the way.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Sitienei  |  MSc Data Analytics, Nexford University  |  Capstone Module 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Tool Exists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discharge planning teams have no reliable way to tell, at the moment a patient leaves, which diabetic patients are most likely to be readmitted within 30 days. Limited follow-up capacity is currently allocated by clinical judgment alone, under time pressure, with no consistent signal to work from.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affects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Discharge planning nurses &amp; case managers — deciding who gets a follow-up call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Hospital administrators — tracking readmission-related costs and penalties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63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Ethics &amp; compliance reviewers — overseeing fair, responsible use of the tool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1600200"/>
            <a:ext cx="4663440" cy="4434840"/>
          </a:xfrm>
          <a:prstGeom prst="roundRect">
            <a:avLst>
              <a:gd name="adj" fmla="val 1649"/>
            </a:avLst>
          </a:prstGeom>
          <a:solidFill>
            <a:srgbClr val="0135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POPULATION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194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High-utilization diabetic patients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2+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794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inpatient or emergency visits — the group most likely to benefit from prioritized follow-up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4754880"/>
            <a:ext cx="39319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4892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5349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readmission window this tool predicts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Does, in Plain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looks at a patient's hospital record — how many times they've been admitted recently, how long their current stay is, how many medications they're on, and similar details — and produces a single risk score between 0 and 100%. Patients with the highest scores are placed on a prioritized follow-up list, sized to match the discharge team's actual weekly capacity.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206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72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record details already collected at discharge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32918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35661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4206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572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from 0–100%, ranked into a follow-up shortlist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32918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2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35661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4206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4572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only — a clinician reviews every case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Better Than Guessing?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4592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0135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06640" y="21945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56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246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effective than random selection at finding truly high-risk patients within the same-size follow-up list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4251960"/>
            <a:ext cx="34747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0" y="44348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17,983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5029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used to build and test this model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— IN FULL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Look at the Gap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CEEE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623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was originally targeted to catch 75% of true readmissions within its shortlist. It currently reaches 31%. This gap is discussed openly here, and in full in the Limitations section — not adjusted or hidden.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a High-Risk Prediction?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explainability tools (SHAP and LIME) were used to determine which patient details most influence the model's risk score. Translated into plain language, the top drivers are: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03120"/>
          <a:ext cx="11064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Patients, Two Risk Levels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60520" y="19202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60520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predicted risk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hospital stays in the past year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74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 current stay (2 days)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931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Fewer medications (8)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480560"/>
            <a:ext cx="4709160" cy="0"/>
          </a:xfrm>
          <a:prstGeom prst="line">
            <a:avLst/>
          </a:prstGeom>
          <a:noFill/>
          <a:ln w="12700">
            <a:solidFill>
              <a:srgbClr val="E2EC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6634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patient's hospital history shows no recent pattern of frequent admissions — the strongest factor pushing their risk score down.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B2A2E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8368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C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875520" y="19202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C462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75520" y="1920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423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predicted risk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017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hospital stays in the past year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474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Longer current stay (9 days)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931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medications (19), including a recent insulin dose increase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480560"/>
            <a:ext cx="4709160" cy="0"/>
          </a:xfrm>
          <a:prstGeom prst="line">
            <a:avLst/>
          </a:prstGeom>
          <a:noFill/>
          <a:ln w="12700">
            <a:solidFill>
              <a:srgbClr val="E2EC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46634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of frequent recent admissions, combined with a longer, more complex current stay, is what pushes this patient's risk score up.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Yourself: What-If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dashboard lets a stakeholder adjust a patient's details and immediately see how the predicted risk changes — shown here for an illustrative example, not a real patient record.</a:t>
            </a:r>
            <a:endParaRPr lang="en-US" sz="1300" dirty="0"/>
          </a:p>
        </p:txBody>
      </p:sp>
      <p:pic>
        <p:nvPicPr>
          <p:cNvPr id="5" name="Image 0" descr="/home/claude/m5_pptx/dashboard_what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057400"/>
            <a:ext cx="8732520" cy="60815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COMPLIANCE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fairness audit checked whether the model's follow-up shortlist treats patients differently based on race, gender, or age, in ways it shouldn't — building directly on this project's Ethical AI Charter and Privacy Plan.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1B2A2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96896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14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disparity found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1B2A2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48456"/>
            <a:ext cx="411480" cy="4114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566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found — flagged for review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1B2A2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700016"/>
            <a:ext cx="411480" cy="4114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700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4617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Disparity found — flagged for review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COMPLIANCE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Found &amp; How It Was Addressed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6344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CEEE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48463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was found: some race and age groups are selected for follow-up at noticeably different rates than others. Two technical corrections were tested to close this gap automatically — both were tried honestly and both failed: one badly hurt the tool's ability to catch true high-risk patients; the other reduced the tool to flagging almost no one at all. This gap is not yet resolved, and is flagged here as a required fix before any real deployment.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4F5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model CAN do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53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discharged diabetic patients by estimated 30-day readmission risk, meaningfully better than random selection, using information already in the hospital record.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3200400"/>
          </a:xfrm>
          <a:prstGeom prst="roundRect">
            <a:avLst>
              <a:gd name="adj" fmla="val 2286"/>
            </a:avLst>
          </a:prstGeom>
          <a:solidFill>
            <a:srgbClr val="FCEE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model CANNOT do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Reliably catch the majority of true readmissions — it currently reaches about 31% of them within its shortlist, short of the original 75% goal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87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Guarantee equal treatment across race and age groups — a fairness gap was found and remains unresolved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4573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Replace clinical judgment — every prediction is a decision-support signal only, never an automated action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4041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Reflect current clinical practice — it was trained on hospital data from 1999–2008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017520"/>
          </a:xfrm>
          <a:prstGeom prst="roundRect">
            <a:avLst>
              <a:gd name="adj" fmla="val 2424"/>
            </a:avLst>
          </a:prstGeom>
          <a:solidFill>
            <a:srgbClr val="0E4B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is a decision-support illustration built for an academic capstone project. It is not validated for real clinical deployment. Every prediction requires human clinical review before any action is taken — the model does not, and should not, make decisions on its own.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limitations, including the fairness gap and the gap between target and actual performance, are disclosed here rather than omitted, consistent with this project's Explainability Over Black-Box Accuracy and Human-in-the-Loop principles.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Over Black-Box Accuracy   ·   Equity of Access Over Aggregate Performance   ·   Human-in-the-Loop, Not Human-Replaced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signal now exists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better than random selection — where no consistent prioritization signal existed before.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2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606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fairness gap carries real weight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832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deployed as-is, the tool would direct follow-up resources unevenly across race and age groups — an ethical and regulatory concern.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2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606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may be the ceiling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3832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target and actual recall suggests today's administrative/coded hospital data may not be enough on its own to reach the original goal.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3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fairness gap using a different technical approach than the two already tested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whether richer data sources could close the recall gap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human-in-the-loop review as a permanent design requirement, not a temporary safeguard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this assignment's scope, no formal recommendation is made here — see the Final Project deliverable.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Sitienei  |  MSc Data Analytics, Nexford University  |  Q&amp;A Backup Deck follows in Appendix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Centers for Medicare &amp; Medicaid Services. (2023). Hospital Readmissions Reduction Program (HRRP). U.S. Department of Health and Human Services. https://www.cms.gov/medicare/payment/prospective-payment-systems/acute-inpatient-pps/hospital-readmissions-reduction-program-hrrp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Strack, B., DeShazo, J. P., Gennings, C., Olmo, J. L., Ventura, S., Cios, K. J., &amp; Clore, J. N. (2014). Impact of HbA1c measurement on hospital readmission rates: Analysis of 70,000 clinical database patient records. BioMed Research International, 2014, Article 781670. https://doi.org/10.1155/2014/781670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data and methodology detail: Module 1–4 project documentation (Vision Document, Project Overview Report, Data Pipeline artifacts, Model Validation Report).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2026-09-02T21:37:20Z</dcterms:created>
  <dcterms:modified xsi:type="dcterms:W3CDTF">2026-09-02T21:37:20Z</dcterms:modified>
</cp:coreProperties>
</file>